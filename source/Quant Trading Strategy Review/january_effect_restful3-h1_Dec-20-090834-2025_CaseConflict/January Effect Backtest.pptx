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9C0B1D-A6BE-4AD2-9863-F6B86A9E7B06}">
  <a:tblStyle styleId="{199C0B1D-A6BE-4AD2-9863-F6B86A9E7B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fb111f6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1fb111f6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fb111f6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1fb111f6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1fb111f6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1fb111f6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1fb111f6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1fb111f6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1fb111f6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1fb111f6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71175" y="322825"/>
            <a:ext cx="741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(전략 1) 1월에 소형주(IWM) 매수, 대형주(SPY) 매도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             2월부터 소형주 매도, 대형주 매수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175" y="1141850"/>
            <a:ext cx="4805641" cy="377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71175" y="322825"/>
            <a:ext cx="741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(전략 2) 1월에 </a:t>
            </a:r>
            <a:r>
              <a:rPr lang="ko" sz="1800">
                <a:solidFill>
                  <a:schemeClr val="dk2"/>
                </a:solidFill>
              </a:rPr>
              <a:t>한국주식ETF</a:t>
            </a:r>
            <a:r>
              <a:rPr lang="ko" sz="1800">
                <a:solidFill>
                  <a:schemeClr val="dk2"/>
                </a:solidFill>
              </a:rPr>
              <a:t>(EWY) 매수, 대형주(SPY) 매도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             2월부터 </a:t>
            </a:r>
            <a:r>
              <a:rPr lang="ko" sz="1800">
                <a:solidFill>
                  <a:schemeClr val="dk2"/>
                </a:solidFill>
              </a:rPr>
              <a:t>한국주식ETF</a:t>
            </a:r>
            <a:r>
              <a:rPr lang="ko" sz="1800">
                <a:solidFill>
                  <a:schemeClr val="dk2"/>
                </a:solidFill>
              </a:rPr>
              <a:t> 매도, 대형주 매수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875" y="1170803"/>
            <a:ext cx="4786249" cy="37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371175" y="322825"/>
            <a:ext cx="741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(전략 3) SPY</a:t>
            </a:r>
            <a:r>
              <a:rPr lang="ko" sz="1800">
                <a:solidFill>
                  <a:schemeClr val="dk2"/>
                </a:solidFill>
              </a:rPr>
              <a:t> BUY AND HOLD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3875" y="1023075"/>
            <a:ext cx="4916250" cy="382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371175" y="322825"/>
            <a:ext cx="741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(전략 3) IWM BUY AND HOLD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2138" y="936925"/>
            <a:ext cx="5179713" cy="405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371175" y="322825"/>
            <a:ext cx="741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(전략 5) 12~1월에 소형주(IWM) 매수, 대형주(SPY) 매도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             2월부터 소형주 매도, 대형주 매수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650" y="1192475"/>
            <a:ext cx="4804689" cy="377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371175" y="322825"/>
            <a:ext cx="741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전략별 성과 요약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{199C0B1D-A6BE-4AD2-9863-F6B86A9E7B06}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전략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CAGR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(연평균 복리 수익률)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Sharpe ratio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(위험 대비 초과수익)</a:t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SPY BUY AND HOLD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13.47%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1월 EWY 매수 SPY 매도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그 외 EWY 매도 SPY 매수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12.98%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r>
                        <a:rPr lang="ko"/>
                        <a:t>월 IWM 매수 SPY 매도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그 외 IWM 매도 SPY 매수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12.45%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0.5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12~1월 IWM 매수 SPY 매도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그 외 IWM 매도 SPY 매수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11.34%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IWM BUY AND HOLD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8.31%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0.3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